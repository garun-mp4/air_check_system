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5e56ccfb0a483b" /><Relationship Type="http://schemas.openxmlformats.org/officeDocument/2006/relationships/extended-properties" Target="/docProps/app.xml" Id="R03650b0f7de34f4e" /><Relationship Type="http://schemas.openxmlformats.org/officeDocument/2006/relationships/officeDocument" Target="/ppt/presentation.xml" Id="R4c029b689cc245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8bc0ac8b534b8c"/>
  </p:sldMasterIdLst>
  <p:notesMasterIdLst>
    <p:notesMasterId xmlns:r="http://schemas.openxmlformats.org/officeDocument/2006/relationships" r:id="R95f46811b8414790"/>
  </p:notesMasterIdLst>
  <p:sldIdLst>
    <p:sldId xmlns:r="http://schemas.openxmlformats.org/officeDocument/2006/relationships" id="256" r:id="Rced6ad3e8ed74ab1"/>
    <p:sldId xmlns:r="http://schemas.openxmlformats.org/officeDocument/2006/relationships" id="257" r:id="R228acfa6b8ee4a49"/>
    <p:sldId xmlns:r="http://schemas.openxmlformats.org/officeDocument/2006/relationships" id="258" r:id="R68767071ece745c5"/>
    <p:sldId xmlns:r="http://schemas.openxmlformats.org/officeDocument/2006/relationships" id="259" r:id="R2d7be500ed824ddd"/>
    <p:sldId xmlns:r="http://schemas.openxmlformats.org/officeDocument/2006/relationships" id="260" r:id="R8393427ac5104574"/>
    <p:sldId xmlns:r="http://schemas.openxmlformats.org/officeDocument/2006/relationships" id="261" r:id="R1ac639194b50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508af19a84e10" /><Relationship Type="http://schemas.openxmlformats.org/officeDocument/2006/relationships/slideMaster" Target="/ppt/slideMasters/slideMaster1.xml" Id="R768bc0ac8b534b8c" /><Relationship Type="http://schemas.openxmlformats.org/officeDocument/2006/relationships/notesMaster" Target="/ppt/notesMasters/notesMaster1.xml" Id="R95f46811b8414790" /><Relationship Type="http://schemas.openxmlformats.org/officeDocument/2006/relationships/presProps" Target="/ppt/presProps.xml" Id="R8175b19b712f4980" /><Relationship Type="http://schemas.openxmlformats.org/officeDocument/2006/relationships/tableStyles" Target="/ppt/tableStyles.xml" Id="R47bf20e3c6494367" /><Relationship Type="http://schemas.openxmlformats.org/officeDocument/2006/relationships/slide" Target="/ppt/slides/slide1.xml" Id="Rced6ad3e8ed74ab1" /><Relationship Type="http://schemas.openxmlformats.org/officeDocument/2006/relationships/slide" Target="/ppt/slides/slide2.xml" Id="R228acfa6b8ee4a49" /><Relationship Type="http://schemas.openxmlformats.org/officeDocument/2006/relationships/slide" Target="/ppt/slides/slide3.xml" Id="R68767071ece745c5" /><Relationship Type="http://schemas.openxmlformats.org/officeDocument/2006/relationships/slide" Target="/ppt/slides/slide4.xml" Id="R2d7be500ed824ddd" /><Relationship Type="http://schemas.openxmlformats.org/officeDocument/2006/relationships/slide" Target="/ppt/slides/slide5.xml" Id="R8393427ac5104574" /><Relationship Type="http://schemas.openxmlformats.org/officeDocument/2006/relationships/slide" Target="/ppt/slides/slide6.xml" Id="R1ac639194b50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1646984da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2571d768c34ef9" /><Relationship Type="http://schemas.openxmlformats.org/officeDocument/2006/relationships/notesMaster" Target="/ppt/notesMasters/notesMaster1.xml" Id="Rf9166eda0cc54c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fe70a61bfa4c1c" /><Relationship Type="http://schemas.openxmlformats.org/officeDocument/2006/relationships/notesMaster" Target="/ppt/notesMasters/notesMaster1.xml" Id="Rbef042cfb6c145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23bba28a24357" /><Relationship Type="http://schemas.openxmlformats.org/officeDocument/2006/relationships/notesMaster" Target="/ppt/notesMasters/notesMaster1.xml" Id="R50cad55cefb946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f0385ba824a83" /><Relationship Type="http://schemas.openxmlformats.org/officeDocument/2006/relationships/notesMaster" Target="/ppt/notesMasters/notesMaster1.xml" Id="R4e4dcec870c74e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6e79293b242e0" /><Relationship Type="http://schemas.openxmlformats.org/officeDocument/2006/relationships/notesMaster" Target="/ppt/notesMasters/notesMaster1.xml" Id="Rb3ac0baabbe54b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87cf0b4cb24b5a" /><Relationship Type="http://schemas.openxmlformats.org/officeDocument/2006/relationships/notesMaster" Target="/ppt/notesMasters/notesMaster1.xml" Id="Rd77e12bd54374d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слайда основано на фактической архитектуре AirCheck: README.md, docs/ml.md и docs/ТЗ-поправка-03-climate-control.md. Значения 780 ppm и 15 минут используются как аннотации. Визуальный ассет комнаты создан специально для этой презентации и не содержит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https://www.epa.gov/indoor-air-quality-iaq/indoor-pollutants-and-sources ; https://www.ashrae.org/technical-resources/bookstore/standards-62-1-62-2 ; https://www.consultant.ru/document/cons_doc_LAW_375839/ ; https://protect.gost.ru/sp/details/b00f766e-b861-4cc7-a448-c65906490262 . Визуальный ассет комнаты создан специально для этой презентации и не содержит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Логика сравнения основана на описании проблемы и ограничений AirCheck в docs/актуальность-темы.md. Научный контекст по кратковременному воздействию CO₂: https://www.sciencedirect.com/science/article/pii/S036013232300358X . Практические ограничения воздухообмена: https://www.epa.gov/indoor-air-quality-iaq/improving-indoor-air-quality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аналогов: https://help.aranet.com/aranet4/aranet4-home/general/what-does-the-aranet4-do ; https://www.airthings.com/en/view-plus ; https://www.rylosystems.com/en_US/products/sanobreeze-co2-vent-controller ; https://www.airgradient.com/home-assistant/ ; https://www.home-assistant.io/docs/automation . Знак минус показывает отсутствие заявленной функции в выбранных материалах, а не невозможность интеграции.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и состояния подтверждения: README.md, docs/ml.md и docs/ТЗ-поправка-03-climate-control.md. В проекте различаются desired и reported состояния, очередь команд и статусы online, stale,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проекта сверены с README.md, docs/актуальность-темы.md и docs/ТЗ-поправка-03-climate-control.md. Физическая ESP32, реальные датчики, фильтр, моторы и механизм окна на текущем этапе не подключены; simulator использует предусмотренный REST-контракт.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2eaa7359248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98ca14a5c440f" /><Relationship Type="http://schemas.openxmlformats.org/officeDocument/2006/relationships/slideLayout" Target="/ppt/slideLayouts/slideLayout1.xml" Id="R5b70ad6a3a6e41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70ad6a3a6e41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fa129d9bd4ffc" /><Relationship Type="http://schemas.openxmlformats.org/officeDocument/2006/relationships/image" Target="/ppt/media/image.png" Id="R410568606c8d44d7" /><Relationship Type="http://schemas.openxmlformats.org/officeDocument/2006/relationships/notesSlide" Target="/ppt/notesSlides/notesSlide1.xml" Id="R1a47b70ebdea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6248725634df3" /><Relationship Type="http://schemas.openxmlformats.org/officeDocument/2006/relationships/image" Target="/ppt/media/image2.png" Id="R200bd31566cc4dc2" /><Relationship Type="http://schemas.openxmlformats.org/officeDocument/2006/relationships/notesSlide" Target="/ppt/notesSlides/notesSlide2.xml" Id="R7c46287707844d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68489f5ab4c64" /><Relationship Type="http://schemas.openxmlformats.org/officeDocument/2006/relationships/notesSlide" Target="/ppt/notesSlides/notesSlide3.xml" Id="R80b632e6a87a4c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6fa48a41247f5" /><Relationship Type="http://schemas.openxmlformats.org/officeDocument/2006/relationships/notesSlide" Target="/ppt/notesSlides/notesSlide4.xml" Id="R4393d33a71ad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8e4fc55d149c2" /><Relationship Type="http://schemas.openxmlformats.org/officeDocument/2006/relationships/notesSlide" Target="/ppt/notesSlides/notesSlide5.xml" Id="Rfe2bf2037472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553930e1f49c4" /><Relationship Type="http://schemas.openxmlformats.org/officeDocument/2006/relationships/notesSlide" Target="/ppt/notesSlides/notesSlide6.xml" Id="R886207952c1142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1F94E-0B67-4310-AB76-D9F3180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ДИПЛОМНЫЙ ПРОЕКТ / AIRCHECK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F453C-9AB5-49A2-8620-11B81DA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49257-60F1-43F0-969E-52FD419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Мониторинг и управление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качеством воздуха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помещении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C41EE-FF28-4E23-B922-FE01F310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Интеллектуальная IoT-система на основе прогноза CO₂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85912-20BA-420F-B42A-36CC0E53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7F80B-85CB-46AC-AF60-753AF66B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CCDEB-D4E3-46FC-A20E-D28D9DF0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узел, история, прогноз, 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B7352-59B3-43F3-B2E6-90F36A21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превращает состояние помещения в проверяемый рабочий контур.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568606c8d44d7"/>
          <a:stretch xmlns:a="http://schemas.openxmlformats.org/drawingml/2006/main"/>
        </p:blipFill>
        <p:spPr>
          <a:xfrm xmlns:a="http://schemas.openxmlformats.org/drawingml/2006/main">
            <a:off x="5334000" y="1318854"/>
            <a:ext cx="6381750" cy="359164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D1B4B-00E8-466D-BDBA-274004F1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62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53214-E9F3-464E-BD19-B73CA76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CO₂ 780 ppm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27EE5-09E5-4A1B-BA9E-CB1A8D4B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81275"/>
            <a:ext cx="2095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2C07C-6EA4-45C2-A719-7F6FA93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через 15 минут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195EC-D89B-4B02-A4A2-871F8CAF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67300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6AE36-3222-4F9C-8A87-B7A02EE3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00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контур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C5013-EAAE-4F5A-BAF1-258471BA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BDCE6-E89A-4444-BD50-D12CDDB7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1DD47-035B-4FD7-B9DB-2C50C546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222278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58908-4DEC-4FF9-BF4C-232422FA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Параметры воздуха меняются в течение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C787C-FB23-4C76-9392-021C7F7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комнаты зависит от условий</a:t>
            </a:r>
          </a:p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внутри и снаружи.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D1190-70C0-46D1-B1BB-454EB045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и PM2.5 могут расти постепенно.</a:t>
            </a:r>
          </a:p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Без измерений изменение легко пропустить.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921FB-6B6F-4EA4-B8C4-131DF03E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2D4E4-C5D9-4551-84D7-CD092E2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находятся люди и датчики.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Окно и вентиляция связывают комнату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 внешней средой.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bd31566cc4dc2"/>
          <a:stretch xmlns:a="http://schemas.openxmlformats.org/drawingml/2006/main"/>
        </p:blipFill>
        <p:spPr>
          <a:xfrm xmlns:a="http://schemas.openxmlformats.org/drawingml/2006/main">
            <a:off x="5572125" y="1352550"/>
            <a:ext cx="5715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BB52D-1D18-4873-8D60-D7AE6831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A3CF6-E13E-4D24-83FC-850B9A1A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288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4EBA3-47F8-4D2F-AA0C-AD32D2C0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43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24FA6-9F01-4210-87D0-F047B61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0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 / НАРУЖНАЯ СРЕДА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E963C-1B88-4671-A63B-1620BD98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/ PM2.5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F515-6C53-4F5C-960D-6A95C622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9BFE9-8163-471B-8F43-30B22E14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НОРМАТИВНАЯ РАМКА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ECFDB-D99E-46DA-84EE-85DAE780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769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СанПиН 1.2.3685-21, СП 60.13330.2020 и ASHRAE связывают качество воздуха с микроклиматом и вентиляцией.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8BAE6-17E6-4C0F-9486-ACE5C519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CF7B1-AC0E-4479-B18F-CE0D4E6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133EF-75D4-4735-97CA-224FB0E0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830720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D6436D-4E30-4E52-A5FF-1A192C5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Текущего значения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95B18-9FA8-409E-9860-C5021458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сдвигает</a:t>
            </a:r>
          </a:p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раньше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E8ABD-4CF3-4E8C-AA94-02FE55D9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ТЕКУЩИЙ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5988E-0F62-48A5-896F-5E1CD713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действие после изменения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982CD-4AD1-4CFE-A395-4AA96CA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4B963-D8D8-4C78-9984-B5A7C8B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BB924-A22F-497A-94B2-7B275EA9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C7E51-B26D-4ECB-B401-46C6D15B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текущее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значение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2E985-02A5-4890-A9F4-C537EA16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DBED5-08E2-49F8-88DE-10F7CBBB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1D0F3-D5D9-4BF2-81AD-18645E3C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рост CO₂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121F5-51F5-4FC5-9998-28051D2A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98C68-F39F-4AD7-B9CC-94C475DE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F3CD2-DC57-4F68-B744-86AB4956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человек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замечает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81313-EE27-46DB-ADC9-1EC3E66D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64844-3B57-4B5C-8ABB-63965EA2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4D7FD-C8A8-4EE5-AF92-358333CC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22080-D00C-4D2F-8E29-F73950C8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8318F-A227-44C1-8A18-8848A2F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C8782-1344-4E56-8331-AC580E4D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C319B-2BED-419D-A273-FF235E6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реакция начинается после изменения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CD70D-06ED-4344-B4E5-5E30EBCB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ЦЕЛЕВОЙ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80586-BFB8-48D2-A4A3-28C0FC12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прогноз добавляет момент для решения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CCE61-1110-4A80-8D62-F21486A1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953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20B88-01D5-45E2-AC54-00DA9FA1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D0DD6-9116-4ECE-BC95-13E85E96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895FF-DD93-4095-9D17-5424E1FD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показания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AF7EC7-9A41-43ED-A4DE-284696C3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CF096-2C17-4B01-9262-ADA7DC5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87172A-874D-4AF2-9B52-4EB6B324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минут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2BA499-2C58-45F4-8A44-F17747AA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BE5E4-17CB-49C4-B6FD-CA0D8CE2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14207E-4BE4-4632-99EE-68A09CF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20BA29-AF94-4A13-B7AE-9D76883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E1292-5388-4274-ADED-DFD84734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AD7216-2086-4218-8FC9-3E92FEDD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233D69-3CEB-445B-AFA3-24F1655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E1E3A1-02E0-4BB5-BCEB-E3536DCB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58C7E3-8A8C-44D4-8C56-610E2902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DF2800-A0D6-4BA1-B05E-712D2A8A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95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F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B273D0-7FC5-4A92-8389-7A1F5D3A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критический рост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D35684-2CDB-4C4B-A580-8CD423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r">
              <a:def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появляется до критического роста и остаётся проверяемым.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5AE9AF-5F79-411E-87A8-15E07C05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5485B1-64A4-4135-BB6A-35E07C6D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ПРАКТИЧЕСКАЯ ЗАДАЧА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67D634-5E70-4271-A85E-F61CE5E1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075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измерение, прогноз, рекомендацию и управление в одном локальном контуре.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819050-CCAA-4732-BA71-D7CDD0A0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985E75-12DA-4A3D-B6D5-2CBFBFF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0EF02A-4A8A-4B48-B318-88ABA82A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738574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096B52-DBA6-4173-8986-A4475E02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Аналоги закрывают отдельные части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FD108-854B-4B71-AA36-036C78E8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AirCheck объединяет всю цепочку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557F3-4AF9-4D4B-A474-EF38704F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Матрица показывает заявленные возможности в масштабе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721CE-BF71-41FE-9DF1-3D26B1F2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D0C09-75F2-460D-9365-EE834371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C186E-FD60-4D82-AD70-037B009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A174A-7549-4797-AEED-289E6F7F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ИНТЕЛЛЕКТ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30333-4E5B-4863-ACBF-6D6DF424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40FED-A42A-471D-B83E-6A95C56B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52600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C02E7-A1B2-4206-B162-7BF32C83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7000F-8F4F-4B6C-A887-DB2C7748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D14E-7895-494B-B025-1CE2A6CA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FAE3D-5BD9-4F74-9563-18A0B11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766C2-CEB3-45DC-8AA9-C3D31D9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847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B4313-4394-4111-A4CA-8CC998B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BF40B-3ED5-4E27-A4C9-3E709199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717E6-EC44-4C9D-8C9D-C9F3F2F8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64727-DF2D-47A1-AD0C-18EA0A8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764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Локально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AA666-32C3-45FA-B762-F01841B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491F3-D9AF-4CB2-B301-24AAB6D5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4FF67-D3F4-4010-A403-5CE5552E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71B5A-AFE7-46D7-97B9-DF3EBE5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E7C2B-27D2-4E72-9F0B-038B3C0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Aranet4 HOME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E244C2-241F-40FF-8C76-26C57408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T, RH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42F12-7268-47BD-907B-D1FE32D4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4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28FFA-9A4A-4BF8-809B-88539C7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179D6-2016-48AB-BB1A-7B955F81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A2D70-78FA-4E37-A843-789342E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8220B-E248-4019-9DC2-54DFA46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B3C95-249B-4DB4-B9B7-6C9D4115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241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FD9A2E-3FD5-4E83-9DFD-D113D17D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ACE3D-F810-4BBA-8E6C-A475A914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Airthings View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C883E-E8A4-4A16-A1CC-C1248854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B92A1B-B32C-42F8-B08C-7F9DBD44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E1AFC4-75BC-4257-AE5D-BB7112E1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5E793A-960E-4F4D-92EF-2CDB13F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C84943-730D-406D-8665-296D825E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EFAF6A-C787-415F-947A-75CADA8F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9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868846-542B-44CF-955B-50555111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A2B9-01B2-4580-A485-F2EB3FD2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E1116B-4BD1-4705-8286-11D7DD5D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Sanobreeze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271C70-294A-4E09-951D-AE229BDA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956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9C1FAF-58D9-4D2E-9C9D-9183F4EA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A2BD77-ACF3-4EAE-8FCD-94246550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9567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6A1689-3E67-41AF-823D-4FE83B10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FC2FAF-E6C1-4B99-B864-9697B30B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03691F-9F44-4F48-BC89-A15B2C4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956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625242-F9B9-4960-89C6-3EE534D1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9567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43CE0B-CF72-49FD-AF4D-E287D430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BC77A5-2E82-4341-81EC-7A5D1DA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AirGradient ONE / Open Air +</a:t>
            </a:r>
          </a:p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Home Assistant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8718D2-1394-4F93-8891-92A54D5D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AA0FEA-2855-4AAF-B4B4-A6BA5E40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C1E551-5003-4774-8FC0-4170C032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8145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AA342D-527A-4AC2-B65A-E1A45A3E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5D074E-3CD9-4343-839C-817A1747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BEC3F9-DC55-4AEA-B500-879FAC08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81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417736-6E93-4EF7-A7C5-9CC5A89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814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CD60AB-C376-4866-9D15-B91432DA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73A5EB-6153-4065-A34B-78A53B5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A75FCC-3A91-4309-8C36-567BB8BF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AFF968-9937-4DC3-B7B1-3DE77DFA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672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71E830-7D86-4015-8F98-EF17DF0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672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3D3A37-32CE-43D5-BFDF-30D4EDE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489702-4870-44C4-A7C6-C205189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E4015E-85CF-4C32-B568-D8D4C72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67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6570F2-88B6-4979-9DA4-46BADD25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672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330574-10F9-4E11-ADB6-99611EC1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39081D-DAEE-4A00-9C5A-5525F00C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809983-8253-4E32-868A-75D89EAE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+ заявлено или реализовано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23CC72-142A-4C64-99BB-CD925CF4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 не заявлено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489986-9E46-4D82-A77C-48F7C9D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± частичная поддержка или настройка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5DE2F5-3BE8-4240-A04D-4EAA2362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Сравнение по официальным описаниям решений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1699D4-E661-4288-A1A0-C875BBE1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21BA98-1833-4979-8B0B-D4E2DCE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2D90550-38A7-4FD1-9B8A-B044152E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1118325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FC5080-EBA9-46BE-9F37-8E2A43A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 связывает измерение с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28BAB-8C9C-4533-B968-A7713F3B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3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СИГНАЛЬНЫЙ ПУТЬ ПРОГРАММНОГО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71291-0DB7-460B-A1E1-F77D960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4E555-B6F5-4F3F-9770-67EED9DF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91607-D71C-4CDB-9C8D-1B3EBAB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0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1876425" y="25717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4515D-F070-4A8A-9DEB-20B2BB9B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826D9-D0FF-433E-9C55-948C903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3981450" y="25717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38173-B56C-4BD6-B9B6-78C18A9F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03405-D483-410E-A9DA-B69AD85F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6086475" y="2571750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03B10-6D61-45C8-ADC9-D87ED866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03AF2-DD09-4F2C-ADE9-D65C210E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13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8181975" y="25717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0A098-BE14-4980-8AF0-7F81DB29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/ ИСТОЧНИК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718D4-C5FA-432C-A132-485ECE4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" y="24174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7FCC6-F793-45AF-B619-0E19D459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5203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11E78-9037-46F6-9CDD-C4FE7113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18422-5E73-404B-9014-317B41BF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5DE84-FD64-4CE1-8B04-074FE8D1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BB9AA-3904-4CF8-9956-3E74B7E2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60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AB8B8-25B6-4F44-A2BB-FCCCB527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7E936-6B2A-4CD9-9E35-1C5ADD5C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79D6B-4903-440F-A903-3096691F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5E240-51B0-4B0A-8730-DBDCCE7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2EE0B-9F23-4D17-9DD2-055506C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и снаружи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ACB3C-2E0F-4EF3-847A-1358F178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 / ХРАНЕНИЕ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89B6C-1C34-47F5-A5F1-B633C657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AB690-B88A-4A9A-A99D-00D1CBE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B6AE7-C3F0-4A8A-BA82-9BA69A80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87950-3A3E-4C0F-9042-8311AE2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49002B-1C8F-4407-AB52-DA32C9ED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D01339-83A1-4D65-8077-774C389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0D36EF-BF56-4DDC-9BA1-91B058A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B631EF-4BA3-408E-B60A-A69FAFB0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03 / АНАЛИЗ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448520-191C-4EDD-BD90-0E18E095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EAF2B7-A9A8-4719-973E-C56C4843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808E44-6DC1-4BBC-83F8-3E071B8B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F7D166-88A8-491E-9FD4-13C13BB3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CO₂ / 15 минут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A122ED-2900-495F-B6B6-06765DC7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04 / РЕШЕНИЕ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FE3C31-CF25-4E62-AAE6-85DA42E2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95525"/>
            <a:ext cx="55245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501279-B2D3-41A4-AC41-3C44DF3B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CAA0CE-59C0-41F4-A135-A404F18A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EFB94A-DB9B-4895-B506-C53B942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05 / ИСПОЛНЕНИЕ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925201-4A78-4DE7-A34E-8D582A6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ECC363-09AF-4527-B5A2-D2BF8945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команды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ED3141-8D76-4E84-86CC-2D4C0203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7B839D-6537-40EA-AE58-4317F9B1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71750"/>
            <a:ext cx="1714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487FE5-8F67-4413-A6AE-EC6A4BAB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5F9444-4277-4599-B040-29BC49A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6" name=""/>
          <p:cNvCxnSpPr>
            <a:stCxn xmlns:a="http://schemas.openxmlformats.org/drawingml/2006/main" id="50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10487025" y="28575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81C5FB-54F9-42A3-8446-D30DF27C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10A05B-7589-47A6-9F97-2A6C37D0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9" name=""/>
          <p:cNvCxnSpPr>
            <a:stCxn xmlns:a="http://schemas.openxmlformats.org/drawingml/2006/main" id="53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10487025" y="32385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CC7433-A3C9-401F-BC81-C6A40331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37F066-F038-48AC-9BE3-7ECCD9F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56" idx="6"/>
            <a:endCxn xmlns:a="http://schemas.openxmlformats.org/drawingml/2006/main" id="57" idx="2"/>
          </p:cNvCxnSpPr>
          <p:nvPr/>
        </p:nvCxnSpPr>
        <p:spPr>
          <a:xfrm xmlns:a="http://schemas.openxmlformats.org/drawingml/2006/main">
            <a:off x="10487025" y="36195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2F4378-B585-485C-83CC-7ADAA1F9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7813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8BF234-94A1-494B-964A-F26848C2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1623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4E9866-F669-4F55-B0AC-CE0DCCE3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5433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81A099-79E1-4C28-B5E8-A3D1D057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58F99E-A5EA-4DB0-BAEB-C70BB92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2412BE-95F9-49D3-A975-E762E891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0E17CD-33AF-4ED4-A690-24BAC9F5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64E098-D0E3-4A72-9F9D-8F7365E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РУЧНОЕ УПРАВЛЕНИЕ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850C50-4E70-4D71-876C-86EDADA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Команда оператора сохраняется до следующего решения.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7C62AA-A571-49EB-96FF-4B30EC5A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DESIRED / REPORTED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B3CFA2-BC43-4C50-BFBF-EBBA9EAB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Состояние считается изменённым только после подтверждения узла.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C892E9-BEE2-4C40-9EEA-BD7E93E1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719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ONLINE / STALE / OFFLINE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DE1CA9B-F2AA-4389-80EE-D64A46C9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196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Ожидающая команда остаётся в очереди.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9D421D7-191A-428E-94C2-4E2DA783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C841C2-6196-4E4E-95A6-BB02FCE5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0E523-B61F-4D3E-A531-C0F03608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576122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728E7-51EA-43B0-BA9C-F40A8571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60D4C-460D-4075-A74F-49B95060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ОБЪЁМ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11C60-8B1F-4259-9F52-73825C63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 локальный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B63EA-CEBD-4E0B-8BD1-3C69CFE9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по данным датчиков оценивает состояние воздуха, прогнозирует изменение CO₂ и поддерживает ручное или автоматическое управление проветриванием.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6A876-4717-4BE0-B13B-20907027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47800"/>
            <a:ext cx="95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CAABE-062C-463F-91EF-CA04F8FB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70529-E402-4C3F-97E0-D1827E7F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панель, REST-контракт, PostgreSQL, прогноз, рекомендации, очередь команд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B3376-2BC4-4A8E-8E3A-DD2B0B8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73FEF-C4BA-431D-A19E-E56FF66B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02  ПРОВЕРЯЕТСЯ В ДИПЛОМНОЙ РАБОТЕ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F33BC-7F8E-4A69-BCD1-DEF13B2E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рост CO₂, ручное управление окном, автоматическое проветривание, подтверждение состояния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D449A-0FB4-4652-AD00-C3F12215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6259A-E732-4207-A4DC-A15B2C41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  ВНЕ ТЕКУЩЕГО ЭТАПА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FB0CF-C338-491F-9184-D5895B65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физическая ESP32, реальные датчики, фильтр, моторы, механизм окна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EDFDE-948D-421B-907D-87074FC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программный прототип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CE3A3-09F5-4804-B3A6-FECE8F2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B04ED-B53A-4B85-BB9E-7977650F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149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18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физическое подключение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11516-97BC-40F1-BDA3-0100C551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E3532-10F4-4B8A-B9CB-F541BE3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данные датчиков, прогноз и подтверждённое действие в одном локальном контуре.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8B65C-9CBB-4112-93C2-8D619FBE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2F924-8D3A-4625-A841-9B472BF1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80BBF-B74C-4B74-8703-814EF3C9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531915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2026-09-11T15:42:57.3080000Z</dcterms:created>
  <dcterms:modified xsi:type="dcterms:W3CDTF">2026-09-11T15:42:57.3080000Z</dcterms:modified>
</coreProperties>
</file>
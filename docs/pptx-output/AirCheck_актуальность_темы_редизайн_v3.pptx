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1e65f11aeb4bec" /><Relationship Type="http://schemas.openxmlformats.org/officeDocument/2006/relationships/extended-properties" Target="/docProps/app.xml" Id="Re79e2fecbdd94bac" /><Relationship Type="http://schemas.openxmlformats.org/officeDocument/2006/relationships/officeDocument" Target="/ppt/presentation.xml" Id="R2756f6e690a644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9066628f5944be"/>
  </p:sldMasterIdLst>
  <p:notesMasterIdLst>
    <p:notesMasterId xmlns:r="http://schemas.openxmlformats.org/officeDocument/2006/relationships" r:id="Rd0f2f9ae919b4593"/>
  </p:notesMasterIdLst>
  <p:sldIdLst>
    <p:sldId xmlns:r="http://schemas.openxmlformats.org/officeDocument/2006/relationships" id="256" r:id="R8b75885878a34975"/>
    <p:sldId xmlns:r="http://schemas.openxmlformats.org/officeDocument/2006/relationships" id="257" r:id="R0cf9656962c34f83"/>
    <p:sldId xmlns:r="http://schemas.openxmlformats.org/officeDocument/2006/relationships" id="258" r:id="R6b65b949e7124914"/>
    <p:sldId xmlns:r="http://schemas.openxmlformats.org/officeDocument/2006/relationships" id="259" r:id="Rf1a83c3de7d24695"/>
    <p:sldId xmlns:r="http://schemas.openxmlformats.org/officeDocument/2006/relationships" id="260" r:id="Re0cba7b05aa14941"/>
    <p:sldId xmlns:r="http://schemas.openxmlformats.org/officeDocument/2006/relationships" id="261" r:id="R357e9175b5d8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6cca22d9847fc" /><Relationship Type="http://schemas.openxmlformats.org/officeDocument/2006/relationships/slideMaster" Target="/ppt/slideMasters/slideMaster1.xml" Id="R729066628f5944be" /><Relationship Type="http://schemas.openxmlformats.org/officeDocument/2006/relationships/notesMaster" Target="/ppt/notesMasters/notesMaster1.xml" Id="Rd0f2f9ae919b4593" /><Relationship Type="http://schemas.openxmlformats.org/officeDocument/2006/relationships/presProps" Target="/ppt/presProps.xml" Id="R2461f425035f407b" /><Relationship Type="http://schemas.openxmlformats.org/officeDocument/2006/relationships/tableStyles" Target="/ppt/tableStyles.xml" Id="R518be79550774910" /><Relationship Type="http://schemas.openxmlformats.org/officeDocument/2006/relationships/slide" Target="/ppt/slides/slide1.xml" Id="R8b75885878a34975" /><Relationship Type="http://schemas.openxmlformats.org/officeDocument/2006/relationships/slide" Target="/ppt/slides/slide2.xml" Id="R0cf9656962c34f83" /><Relationship Type="http://schemas.openxmlformats.org/officeDocument/2006/relationships/slide" Target="/ppt/slides/slide3.xml" Id="R6b65b949e7124914" /><Relationship Type="http://schemas.openxmlformats.org/officeDocument/2006/relationships/slide" Target="/ppt/slides/slide4.xml" Id="Rf1a83c3de7d24695" /><Relationship Type="http://schemas.openxmlformats.org/officeDocument/2006/relationships/slide" Target="/ppt/slides/slide5.xml" Id="Re0cba7b05aa14941" /><Relationship Type="http://schemas.openxmlformats.org/officeDocument/2006/relationships/slide" Target="/ppt/slides/slide6.xml" Id="R357e9175b5d8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5088981da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dd5ce2a8bf4580" /><Relationship Type="http://schemas.openxmlformats.org/officeDocument/2006/relationships/notesMaster" Target="/ppt/notesMasters/notesMaster1.xml" Id="R1c1cad19de41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576b378306407d" /><Relationship Type="http://schemas.openxmlformats.org/officeDocument/2006/relationships/notesMaster" Target="/ppt/notesMasters/notesMaster1.xml" Id="Rbb922c97e562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a487277a9d4931" /><Relationship Type="http://schemas.openxmlformats.org/officeDocument/2006/relationships/notesMaster" Target="/ppt/notesMasters/notesMaster1.xml" Id="Rf1d9d9d9900543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2538e1d7849be" /><Relationship Type="http://schemas.openxmlformats.org/officeDocument/2006/relationships/notesMaster" Target="/ppt/notesMasters/notesMaster1.xml" Id="R68ff7621d43b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8d6770a84b46cd" /><Relationship Type="http://schemas.openxmlformats.org/officeDocument/2006/relationships/notesMaster" Target="/ppt/notesMasters/notesMaster1.xml" Id="Rbc87f78fe2304c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4aca1ac534b79" /><Relationship Type="http://schemas.openxmlformats.org/officeDocument/2006/relationships/notesMaster" Target="/ppt/notesMasters/notesMaster1.xml" Id="Rd258bad6795a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схемы основано на фактической архитектуре AirCheck: README.md, docs/ml.md и docs/ТЗ-поправка-03-climate-control.md. Значения 780 ppm и 15 минут используются как аннотации, а не как отдельные KPI.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4766ceece41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5b3126931468f" /><Relationship Type="http://schemas.openxmlformats.org/officeDocument/2006/relationships/slideLayout" Target="/ppt/slideLayouts/slideLayout1.xml" Id="Rfabba2ba3602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ba2ba3602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362e19baf4b8d" /><Relationship Type="http://schemas.openxmlformats.org/officeDocument/2006/relationships/notesSlide" Target="/ppt/notesSlides/notesSlide1.xml" Id="Rdc9d4a55738145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b727a41c44960" /><Relationship Type="http://schemas.openxmlformats.org/officeDocument/2006/relationships/notesSlide" Target="/ppt/notesSlides/notesSlide2.xml" Id="R7f8d626657cb4f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c2f521dd4ac4" /><Relationship Type="http://schemas.openxmlformats.org/officeDocument/2006/relationships/notesSlide" Target="/ppt/notesSlides/notesSlide3.xml" Id="Radaeb97f5206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80beb9f1a4fb9" /><Relationship Type="http://schemas.openxmlformats.org/officeDocument/2006/relationships/notesSlide" Target="/ppt/notesSlides/notesSlide4.xml" Id="Rfb2fe1baa33b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94fab7b19447e" /><Relationship Type="http://schemas.openxmlformats.org/officeDocument/2006/relationships/notesSlide" Target="/ppt/notesSlides/notesSlide5.xml" Id="R889341110431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7fe10f3c14ba6" /><Relationship Type="http://schemas.openxmlformats.org/officeDocument/2006/relationships/notesSlide" Target="/ppt/notesSlides/notesSlide6.xml" Id="R9a3911ad3667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BDE4F9-2EF2-4FC5-826D-0DDA3F37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DB7D-6451-43A6-B028-A31E202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A612-5632-459A-BF1B-E79DC731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C8E9B-4839-407C-8B30-97C8D0E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5E66-258D-4052-A232-0F5C3E5E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552B4-4E60-46D2-A436-90182BE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232B7-ECBD-4BC5-8225-B48AF92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0E354-65C3-4C22-8EFC-33C58665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07675-383B-48CF-89CC-8BA2C9A0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7A19-73DF-424E-8725-2ABCAF5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CECCF-9DBB-4545-92C9-0DF653CB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32097-FECD-425B-BE40-9B29E1B8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1524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7492C-F38D-4CBA-95EF-E7B9815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28750"/>
            <a:ext cx="152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54125-7D6E-4BA6-97D4-8B9659D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1524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FCF1F-9A6E-48A8-B177-3611CFB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19350"/>
            <a:ext cx="228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C6C41-563C-4C28-BA0E-01565669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28925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D9D4-4210-4295-99A1-696B96D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AFE8A-6926-4FA3-B559-A296CF7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DB305-B90B-448A-AA87-3239EC6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7B16A-CAE9-4A2A-B1F7-F5985AD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5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B0410-79D6-4F81-AB59-5FF33F9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51E43-C75F-43EE-B1BF-7AD7F7C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C586F-2DA7-48A4-A01A-CFACCF6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32AE9-BCA9-4A24-968B-EAB1AC0D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9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611C4-8396-4B5B-8A98-C27BC92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1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4BF5F-03E8-4046-89E2-8B3D3851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724D2-6EA9-49F0-B1E4-051B5CA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8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49C1B-3815-4A58-9543-56AC02F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2129F-6E74-4CB0-B840-8F24954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00873-CA99-4906-AF84-29AB77A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4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ECE37-15BC-4E8C-8B63-B8D50941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427E4-F3C3-4FEC-8D04-A1F07547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645" y="29889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81F25-6041-4B3C-A18F-8610A37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30918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3F823-BE88-499A-8C08-05E8F1E3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6F159A-A70E-4F99-B4B7-2D1176CB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EF2653-4094-4DA5-8E43-7830D9E7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89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ABAB48-0DDA-4EC7-8D46-BC1083E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75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299612-2E29-4372-9D33-67AF800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IoT-узел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2352D-4991-4EBA-B95D-BDF43775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AE36A9-65B6-41EB-9728-521513F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C3A1E1-2C00-4DEA-B076-51EB1384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AF9D07-279F-4646-B149-BF7FC79A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E43660-63A2-41C1-AFDF-7E236DF6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19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7445DD-3A48-4C26-9B5C-0720AB8A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BB5A20-0D32-408D-A49B-BE96A4C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44" idx="2"/>
            <a:endCxn xmlns:a="http://schemas.openxmlformats.org/drawingml/2006/main" id="45" idx="6"/>
          </p:cNvCxnSpPr>
          <p:nvPr/>
        </p:nvCxnSpPr>
        <p:spPr>
          <a:xfrm xmlns:a="http://schemas.openxmlformats.org/drawingml/2006/main" flipH="1">
            <a:off x="6600825" y="2152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72255A-3F08-417C-8DA5-3AE87C8D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5F94AB-8612-47C1-B72D-8B02125D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47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6619875" y="40386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9C789-ACC2-44C1-97B8-4FF34D11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2CB079-8517-4A55-9F6A-13E6A031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0" name=""/>
          <p:cNvCxnSpPr>
            <a:stCxn xmlns:a="http://schemas.openxmlformats.org/drawingml/2006/main" id="50" idx="2"/>
            <a:endCxn xmlns:a="http://schemas.openxmlformats.org/drawingml/2006/main" id="51" idx="6"/>
          </p:cNvCxnSpPr>
          <p:nvPr/>
        </p:nvCxnSpPr>
        <p:spPr>
          <a:xfrm xmlns:a="http://schemas.openxmlformats.org/drawingml/2006/main" flipH="1">
            <a:off x="10887075" y="28956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7A4B62-1D7C-4AC7-8E3D-33CABED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1AE122-932E-47B6-93A1-270F56EE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10887075" y="32385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0F8C97-22FD-4A77-94C6-5DDB7B32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0C3B87-A6FF-4EE2-88DB-E8B345C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D518B0-BBB2-4952-9A8A-706BD43E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929598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0ADAC3-A62D-42E3-82F3-E401C71B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B236-6EA0-480F-8C4C-5C4BFA8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8ADED-8564-4051-8C5C-3F0B01F6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38266-7446-4DE5-A67F-A9DD5E0C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5C758-C644-472C-8A50-96BFFF7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BC1E8-F252-4F4D-8AD6-3A43F2E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E516E-EFBA-4885-AA19-64C19C07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E73F4-4232-4FE9-A63B-8CF999AC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DCE95-7FFD-4823-9C45-34C144B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524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B0CA1-2320-4B6B-98A8-75D87A2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52600"/>
            <a:ext cx="15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2F09C-0623-45D1-BFF0-B4E62071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05200"/>
            <a:ext cx="152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AF4D0-BC03-41B3-97A1-DF193E8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67000"/>
            <a:ext cx="2286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48301-5F93-46E7-ABDC-5AE3B82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86100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CD9DD-BED2-4056-B064-0DE6C6F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67420-FC5D-492F-B088-2B515C6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289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5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наружная среда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0802D-FDD5-4888-86ED-96E7C65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528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наружные</a:t>
            </a:r>
          </a:p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показатели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DF905-A07C-4CDE-904F-F933D428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74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54189-936D-4487-B1F6-7459E04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6985F-85B3-4125-AA13-15515BC9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73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7A4B9-494A-423F-8A22-53FCF3F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67850-ADE4-49BA-8EA4-97ADD32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63EFC-87CF-44C2-A1F6-505D5BA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09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AC072-DEB3-44A1-90C1-199B28F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90901-6CFE-439C-A1BB-484CEC4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8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7733B-EF43-47F8-9F54-2E4BB31E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80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3D615-6304-485B-97AB-5D86520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9E750-079D-4F09-84EB-50C0BC5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81B49-711F-4A96-BFAB-3CE9F9B5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123" y="2885123"/>
            <a:ext cx="325755" cy="325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C566F-FE30-47EE-8845-7E3787B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708" y="2993708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3A436-8D33-425A-BCC7-7F3F39D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574EB-6D33-405E-AF0C-665F1BB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536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48FE2-3894-4A5A-B268-C5586CAD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21781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73D9E-0DE1-4BBA-9B2D-54DE201D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7536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D8AB9-67F7-4470-AC60-08391A06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воздуха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2F33B7-FD36-4396-B05C-F7017A0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8EA54-E5B3-4CFC-9D75-28AAC7B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9A576-F470-4852-827E-D5C0A935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84C314-2EF7-44A2-845B-4AFAE0D1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1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EAF1EB-DC2A-417C-AB50-CABA4B5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8EFC53-175D-4758-9AA4-A9F445A7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0" idx="6"/>
          </p:cNvCxnSpPr>
          <p:nvPr/>
        </p:nvCxnSpPr>
        <p:spPr>
          <a:xfrm xmlns:a="http://schemas.openxmlformats.org/drawingml/2006/main" flipH="1">
            <a:off x="5295900" y="23431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72B143-C57B-446B-BC38-9539902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3136B0-4A14-4725-B05C-5060BF78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42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5305425" y="4191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E79B32-2C28-49BB-BA58-983EE117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949197-B50E-4800-B40A-B77C272C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45" idx="2"/>
            <a:endCxn xmlns:a="http://schemas.openxmlformats.org/drawingml/2006/main" id="46" idx="6"/>
          </p:cNvCxnSpPr>
          <p:nvPr/>
        </p:nvCxnSpPr>
        <p:spPr>
          <a:xfrm xmlns:a="http://schemas.openxmlformats.org/drawingml/2006/main" flipH="1">
            <a:off x="10601325" y="2895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3965D5-2E2E-4669-A9C3-C9F2BF5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CFBBF6-CECB-4146-B21E-A9A093C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48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10601325" y="3238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5B3905-3318-448B-AB47-F464BDB2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B51BCA-F554-4E7B-8C93-7B079CD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51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8239125" y="30289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7415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639FC6-1278-4B14-8C46-83135EF3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изменения внутри комнаты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26CFDE-85EA-4484-B098-5882258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7C1A8F-28BE-46FC-87FC-0F529A8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C537AB-D6ED-401A-8DF6-6B6C8A9D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6E51CE-37FE-4679-9725-C8896A71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588E4F-26E9-4C9A-B017-DD78E246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75CB1B-FE78-48F2-8D52-F7A3B7B8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523CC0-D0EA-4144-80BA-3C76212A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207321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D1ADAC-5828-4D6F-9FA9-417FCBE7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F077A-8207-415A-A033-39F8BC58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4CCBB-2DCB-41A9-92F7-75DA428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C7F20-93F6-4893-86E7-5F42084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15B4-AF08-46F9-94FA-6264735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921EB-6BA9-4512-B64F-EA93C6B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CDB5-7593-459E-B3DA-046EE13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D896B-4492-44C3-B15E-740A30F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4551A-CFB1-4578-99CD-887CCB3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B08BA-9EEC-43EA-A2F8-18B40F1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DABA9-4AD5-4598-B588-FBC9382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8B0DA-490D-4F1C-B3C5-FE2953CB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81C56-93C1-4FC4-BC2A-985F1F9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8A90F-79D4-4F66-9F9E-5D14DE0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FD3F2-E82A-4609-AF4D-ABE4D33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C6674-C624-4466-9F98-218410B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3D83A-6EFA-4B47-B25E-3C90548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E34C2-4398-4E85-BA0F-3178176B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E69FD-6619-4680-A196-255CAFD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C35F6-E197-49C3-B8C8-F345307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B364D-D113-4A5C-9BDC-FF69903C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2A3C1-7456-4916-A634-4B167A9F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C533F-D7ED-444D-8ED8-EA289A5D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FBA15-809B-427A-8D29-3E76759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4B602-ED3F-4606-BBDE-ED5E699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29892-DCC1-4AED-A519-31B716EB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7BA1D-1ED3-4004-8DA2-3DCD248C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D632D-3DEB-47A3-BC98-61D5383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C6D2D-93A9-45B1-BE08-E05B576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C1B29-0BA5-431E-961C-9A8E6A4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E184E-59E7-409C-913C-FF1D45AB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9EB53-A0CF-448E-99FA-A7F6403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E7D00-2FAE-4D9E-97E9-685309CB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5B170-CE14-4266-8FF4-D812E83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A9F3DE-FC5D-4B88-AB00-6946610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FBC8B-FCAD-4785-BABC-264692B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AA7AB1-D90F-4EA9-AD3B-E924199A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24AA68-A07B-4E5B-81CE-9E7CFE2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1FBC5-6BD0-4BD6-8075-3763F10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C4F5CB-444A-4C38-A5EF-8394C662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DA6CA6-2E73-4E5A-BCC0-0569651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284181-78A1-4B26-97E1-8A7137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499F3E-BED9-4795-8111-F5E13078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82C7D6-CF81-4AE5-BAD0-FCA7E78E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1E20F4-6370-401F-A17E-AA4CF8C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1F6575-F402-47FA-A847-1D4C5F07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CFD95C-3B8D-4F52-9E45-2447954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434CD2-5536-4918-8A81-68E9C61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96370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5897A0-8EBC-4115-88F6-92C4D14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54E2A-3C2F-461E-8D76-D25AA6F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52162-4F21-415F-A4A4-DDEE3A2A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CB845-DB92-4179-954A-8FC240EF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DE0A2-F1D7-48E8-A1EB-6483AF48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A3808-B2D2-4240-9C62-8477D112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384D7-0C5B-4BD3-B28D-C982636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6417A-4F2B-4098-80CC-0FE42D9C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94D1F-B4CB-4AD5-ACC1-12710803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62ADA-7E64-4C01-B88F-BD39E5B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5E602-A1F8-4AF8-88C1-FADDD8A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7AC01-A149-4AE0-8198-61A4264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CBE60-5D21-4240-861A-8F66A3C1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BE284-1B3F-4F52-9358-D05A5738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79BE-2049-429F-98EA-F9F5124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748E1-3447-4393-A1DA-440ACB1C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E2A9E-BB12-4550-BC5E-8B29A4D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DF5B3-7383-4C8C-ACC6-F50D320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DD855-BE70-4C93-9770-004A0A1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57C63-CC33-4F30-97CC-44C5C606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ABAA2-8343-46D1-927D-387734E6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7BD42-2B4B-41DD-97D2-2B12A6A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748E4-1033-44F1-9113-E0160C7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8381E-EE2F-4D23-AF0A-6A50812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CB1D3-D824-468E-81E0-7F78239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6A2FD-D584-4468-BDFC-E2BFC5A5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ACA74-A944-475D-8C13-07A6965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6A42E-DD08-4018-825B-FB865B1B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29608-F734-4B7B-91A0-16E486DB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21A32-6A46-4FEA-98DF-DBD140D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EC976-3A0D-4C06-A6EA-C4F50DB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A26F1-C010-49FD-BD9A-9DF75CB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BD609F-5FA0-4BE1-8D57-E3367F24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ADA7A1-F4A7-4E55-82CB-52A816D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519A77-2972-4B55-8040-6D6DC61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C07B11-EF5D-42A4-BA71-48B15F53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DA184A-4FCA-4E15-B4AE-AF1EB8E2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03EB62-30A3-4BAD-9FC8-D134E31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4EF1BA-79CB-4FB2-A49F-CECA7FD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E97930-A461-4E54-88EB-1260142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B07A2-DA9F-4FAD-A9D4-C22DC80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8772DF-3879-4407-901A-A8FBB7E8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EFCF43-C249-4E47-B7B0-D3FF6FB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CFCF3D-E1B3-4BD6-B61B-27A5424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3390CF-783A-46FB-B8E1-A880D046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46BEDE-8396-4AE0-9107-4550D34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A23183-4999-4593-987E-EE196E1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E80469-59EB-4DDE-BCCC-2BB838A4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BC1A3B-BEEB-4D73-9F83-5A2BFEE4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9C3427-D37F-4BB6-8407-D72C4EC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BDF75B-58C1-4B3F-ABF3-8425CEF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0AB414-0A4B-42DC-BB45-1E6FD97D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39931D-863E-47D2-B96A-555E3F0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C5B37D-DF37-4A4D-8F86-913493F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BC2808-A205-490F-BB7B-3641A6F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DD0C0D-AE91-436F-B03D-94E9DFAA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B29D9B-A91E-4F47-9B53-4480F92D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E0FAEC-D285-41F7-BDA7-4B17845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2C28F2-868B-49AB-AA97-9CD482A9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1B2A4D-3160-472B-A54E-4635E59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3A3B52-3892-4854-9309-7B054B5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907C64-5129-401E-A250-0097E32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735BBA-85AD-4089-95AB-2532AF51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6A52D4-25A9-45E1-B446-A1A04A9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7C8A22-8F41-49A9-93A5-8737F8F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B8E602-F491-4AC3-9578-A05D3766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9BBB1E-CDD0-4477-A663-0200607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AE62F7-1599-4F01-9C94-E892DE33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F96EF7-474A-4274-A5B0-69E6740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F14C37-4612-443A-9493-070CCB7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077889-71E6-4EC7-893A-8C5D7F6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55DF74-DED1-4521-AB00-71434A5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2643D2-6EC1-4BAD-B981-F59A2ABE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641260-1798-4C17-8E4E-E2D2814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FC65AB-D3ED-45AF-BDF2-CA0F898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009201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72C7BB4-CC5C-47A6-B52C-13FBEC29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45E10-8763-41C0-941B-42DF3D35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E777-BBEC-4658-87DD-15854ED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321F-8480-403B-9F5E-D64A0D59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C9D01-5890-42F0-9B94-6E577142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533F5-AE7F-4878-B966-B160F951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6BFE1-93ED-40C5-8C11-BAF53976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3D975-FE23-4B2C-90C1-7A6B52E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6362C-5F36-41FB-8F77-427AEF9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80E3E-1D66-4F16-B78B-7647698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4904F-30CB-475B-8A55-4E2B142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138D5-37E6-462D-A2F6-C95232A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8181975" y="25717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91D65-AEDB-4514-93C7-F99B4D6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CA6A6-3FAB-4370-BDF5-437E9847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04C99-22D1-4EFD-8433-F13B659E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756BE-C2EA-4DC3-A6F7-59526B2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ACB30-429A-41AD-8096-D8DCD07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01BE5-0A7B-4701-B006-BFFBE4D4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4BAB1-6070-453F-A53B-9729CCB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2A240-2F2E-4C55-8C0C-E2A9F82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41316-BA3F-4CBD-8A3B-550BB91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47942-6A3F-44E0-B3D3-EB0EAFEC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BE567-D0CE-483A-A21F-9D8B2AC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7DB15-6E4C-46EA-B7C3-0A829F2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BB141-1936-4BE1-A3A6-73C836A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1C2BD-F3F6-424F-BE3E-D1DDBF7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52A3AC-D5F5-45E7-BE74-CA53603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A9469-F10A-4505-B521-3751B0AE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86C878-A973-4B2C-B134-59E7078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613437-F5A1-43BD-A723-D98D128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C113E-7916-4CC8-B8A5-8F28D40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D9A965-438A-4984-AA66-2821EDF1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5C94E6-067A-49B2-99F9-E3DF393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8D41E0-AD07-46C6-B901-486CD9AD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7006A-41B5-4559-BB9B-CA23B9D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9D648-8787-4ED7-9F73-04C68222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782E2B-4550-4B35-B1E9-4CBCE30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744BC1-E283-4A57-83E1-4CB4330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AD13C2-4A34-44B8-983C-DFD3BE9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33AD0E-BC5C-492C-99EA-1EFAA48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E5DBF0-D1EB-47AA-80DB-F8E3AC8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1DB6FC-0B02-4E9F-9043-3EBD0F8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EF1C8C-61E7-45D1-AE65-2A273354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118E25-5A1F-4F72-9FD6-C7A24EF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1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4C65BB-AC30-4DB9-9046-8CC205C2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191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246D89-87F2-402F-A93C-C2C63CC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C387FD-95DC-43A5-8CB4-F91B20B5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734675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6495B0-A23C-422E-96A4-6B1A201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0DC86B-3502-4130-B352-519590D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7AA932-DB9E-49B2-92E3-D4F38F99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4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>
            <a:off x="10429875" y="3238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C9F6DE-477D-4950-A46C-26645D51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6CC1F4-78B3-4ED9-B3DE-73D8A1CB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6F07B9-AD31-42B0-8F04-68C7554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10429875" y="3619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4B9419-AF7A-4EA9-A2C2-A494098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81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EA288F-7F10-4CC1-92F4-05D76C7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62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87C6ED-B587-4709-85F8-60CB198B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094692-70BA-448A-B803-259EBF94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B46AE3-BCBB-4791-91E8-5242AA21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E1F07F-24DB-4031-8530-5C0A5BF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B72490-C78B-4C21-9C17-0C2C878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7ED0AA-B118-4EF5-878B-E1FED68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95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EBB6B8-9B17-4986-BFB5-D6CD214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C7FCF3-B637-4758-AC6C-68B9FDEC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8FD507-1888-4FEB-A9AD-447CFBC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246F0D-FD6A-443E-B1B2-6BD5F98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3CBC10-4E31-4ED7-A513-7107F79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E268CF-39D5-4513-9AAE-5122D66E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15FF1A-1EDD-4E30-B60D-7217E56F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94E709-8946-4834-8605-79563C2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489750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5BB3B-A45E-4E8C-B575-5BD80899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AE05F-E9E7-4E72-888B-21BF03FF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2C672-394F-4DDD-9272-7B6D85C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A02B3-B96C-4B82-B546-7CE29EFF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3B8B5-E81D-450F-9C08-6D54F1F2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3C7C6-EEDD-4061-8EFB-77705863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3C099-FFBE-4E22-879F-6110A2B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D07BC-0526-4382-927B-CA11C72E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A2F56-1A86-4272-B817-0099324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86204-AA59-4725-B0DF-3EDCD2F6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12217-4F87-4811-99CC-F5E282D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22584-1F56-4A92-B6C9-25FDDFB5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C1218-21EF-443A-9776-C64C78EB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259AD-6572-4566-A4B0-E391A2CC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12AD4-26A3-4DC4-A724-32BF0D2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8EA4C-EF34-4E25-8F8A-9DB35EAA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FB752-EBC6-406B-A371-F334A257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9E578-9222-46B2-A5AF-6A872227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8708B-94F2-406B-9960-85D66306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50AF5-70A7-4891-B922-18E1CE0B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5A002-F649-4C6F-91B9-A81D214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378609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2026-09-11T14:54:09.9980000Z</dcterms:created>
  <dcterms:modified xsi:type="dcterms:W3CDTF">2026-09-11T14:54:09.9980000Z</dcterms:modified>
</coreProperties>
</file>